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on screen for ten seconds. Say: two containers, one published port, deployed to a free-tier EC2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way in: port 80 to nginx. Nginx reaches the api container by service name on the Compose network. The api container is never published. Data lives in a named volume at 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compose file was already complete. The Dockerfile was the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most people get wrong. Expect a question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 now. Do not read the slide. Work through the five, saying one sentence about what each 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in case the live demo fails. ssh da510 connects, api shows 8000/tcp with no host binding, nginx shows 0.0.0.0:80-&gt;80/tcp.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slide. Items survive the restart, id returns uid 10001, three endpoints return 200 through nginx, and port 8000 times out after 8002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real debugging. The buildx one is worth mentioning because a clean instance hits it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Offer to walk through any part of the Dockerfile or compose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371600"/>
            <a:ext cx="3657600" cy="3657600"/>
          </a:xfrm>
          <a:prstGeom prst="ellipse">
            <a:avLst/>
          </a:prstGeom>
          <a:solidFill>
            <a:srgbClr val="2A3775"/>
          </a:solidFill>
          <a:ln w="12700">
            <a:solidFill>
              <a:srgbClr val="2A37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566160"/>
            <a:ext cx="2011680" cy="20116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Containerized FastAPI Service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Reverse Proxy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 Compose · Nginx · EC2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Alain Iragena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410/510 Cloud Computing  ·  Richard Kelley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http://18.119.112.99/api/health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3" name="Image 0" descr="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8412480" cy="3593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Alain Iragena  ·  Assignment 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736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starter gave me, and what I wrote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app/main.py — FastAPI app, SQLite at /data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app/requirements.txt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nginx/nginx.conf — proxy_pass to api:8000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— two services, one volume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by me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8308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app/Dockerfile — the main deliverable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app/.dockerignore — in app/, the build context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depends_on: condition: service_healthy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scripts/ec2-setup.sh — one-command bootstrap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Alain Iragena  ·  Assignment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36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detail that makes non-root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volume mounted at /data, and a process that is not root. These fight each other unless you do one thing at build time.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11151F"/>
          </a:solidFill>
          <a:ln w="12700">
            <a:solidFill>
              <a:srgbClr val="1115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709928"/>
            <a:ext cx="7845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useradd --create-home --uid 10001 --shell /usr/sbin/nologin appuser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mkdir -p /data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chown -R appuser:appuser /data /app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8138160" cy="1417320"/>
          </a:xfrm>
          <a:prstGeom prst="roundRect">
            <a:avLst>
              <a:gd name="adj" fmla="val 6452"/>
            </a:avLst>
          </a:prstGeom>
          <a:solidFill>
            <a:srgbClr val="F3F5F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Docker first creates an empty named volume it copies the ownership of whatever directory sits at that path inside the image. If /data is not in the image, the volume is created owned by root, the non-root process cannot open app.db, and the container fails at startup.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Alain Iragena  ·  Assignment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36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533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containers running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3533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runs as non-root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20116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api 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688336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70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endpoints, through the proxy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6700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http://18.119.112.99/api/...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346704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3284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a full restart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32841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&amp;&amp; up -d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005072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9867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 is not reachable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98678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-m 8 ...:8000  → times out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running, only port 80 published</a:t>
            </a:r>
            <a:endParaRPr lang="en-US" sz="3000" dirty="0"/>
          </a:p>
        </p:txBody>
      </p:sp>
      <p:pic>
        <p:nvPicPr>
          <p:cNvPr id="3" name="Image 0" descr="docs/shot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262832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Alain Iragena  ·  Assignment 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736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Persistence, non-root, endpoints, blocked port</a:t>
            </a:r>
            <a:endParaRPr lang="en-US" sz="3000" dirty="0"/>
          </a:p>
        </p:txBody>
      </p:sp>
      <p:pic>
        <p:nvPicPr>
          <p:cNvPr id="3" name="Image 0" descr="docs/shot-pro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7863840" cy="380413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Alain Iragena  ·  Assignment 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736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that broke, and the fixes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948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43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could not build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538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4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 build requires buildx 0.17.0 or later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1612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ships Docker without the buildx plugin. Installed the matching release into cli-plugins; the setup script now does it automatically.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67128"/>
            <a:ext cx="81381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58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name already in use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94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Conflict. The name "/fastapi_api" is already in use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27685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container_name values are global to the daemon, not per project, so a second local clone cannot start while the first runs.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82696"/>
            <a:ext cx="81381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741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refused the key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685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denied (publickey)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33924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on Windows rejects a private key readable by more than its owner. Restricted the file permissions.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Alain Iragena  ·  Assignment 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736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requirement, verified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33856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33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097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on 8000 internally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9344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9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5727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84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0482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/api/items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5237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/api/items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29992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/data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11296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11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34747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non-root user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86784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986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3950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without --reload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00600" y="1133856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1133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148072" y="1097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 mounted at /data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00600" y="1609344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1609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148072" y="15727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down then up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00600" y="2084832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00600" y="2084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148072" y="20482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 its own container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00600" y="2560320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0600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148072" y="25237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port 80 published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00600" y="3035808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00600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148072" y="29992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/api/ by service DNS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00600" y="3511296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00600" y="3511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148072" y="34747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 not public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800600" y="3986784"/>
            <a:ext cx="237744" cy="237744"/>
          </a:xfrm>
          <a:prstGeom prst="ellipse">
            <a:avLst/>
          </a:prstGeom>
          <a:solidFill>
            <a:srgbClr val="3C9D6B"/>
          </a:solidFill>
          <a:ln w="12700">
            <a:solidFill>
              <a:srgbClr val="3C9D6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00600" y="3986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48072" y="3950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one command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github.com/Alan-911/Cloud-Computing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Alain Iragena  ·  Assignment 2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4736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Containerized FastAPI Service with Reverse Proxy</dc:title>
  <dc:subject>PptxGenJS Presentation</dc:subject>
  <dc:creator>Yves Alain Iragena</dc:creator>
  <cp:lastModifiedBy>Yves Alain Iragena</cp:lastModifiedBy>
  <cp:revision>1</cp:revision>
  <dcterms:created xsi:type="dcterms:W3CDTF">2026-10-01T15:43:11Z</dcterms:created>
  <dcterms:modified xsi:type="dcterms:W3CDTF">2026-10-01T15:43:11Z</dcterms:modified>
</cp:coreProperties>
</file>