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on screen for ten seconds. Say: two containers, one published port, deployed to a free-tier EC2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way in: port 80 to nginx. Nginx reaches the api container by service name on the Compose network. The api container is never published. Data lives in a named volume at /data.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compose file was already complete. The Dockerfile was the real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most people get wrong. Expect a question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terminal now. Do not read the slide. Work through the five, saying one sentence about what each 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in case the live demo fails. api shows 8000/tcp with no host binding; nginx shows 0.0.0.0:80-&gt;80/tcp.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slide. Items survive the restart, id returns uid 10001, three endpoints return 200 through nginx, and port 8000 times out after 8002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real debugging. The buildx one is worth mentioning because a clean instance hits it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Offer to walk through any part of the Dockerfile or compose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371600"/>
            <a:ext cx="3657600" cy="3657600"/>
          </a:xfrm>
          <a:prstGeom prst="ellipse">
            <a:avLst/>
          </a:prstGeom>
          <a:solidFill>
            <a:srgbClr val="2A3775"/>
          </a:solidFill>
          <a:ln w="12700">
            <a:solidFill>
              <a:srgbClr val="2A377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566160"/>
            <a:ext cx="2011680" cy="20116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Containerized FastAPI Service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Reverse Proxy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06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Docker Compose · Nginx · EC2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20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Yves Alain Iragena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410/510 Cloud Computing  ·  Richard Kelley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http://18.119.112.99/api/health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pic>
        <p:nvPicPr>
          <p:cNvPr id="3" name="Image 0" descr="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8412480" cy="35935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Yves Alain Iragena  ·  Assignment 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8138160" y="4736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starter gave me, and what I wrote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9728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8308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— FastAPI app, SQLite at /data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app/requirements.txt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nginx/nginx.conf — proxy_pass to api:8000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— two services, one volume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09160" y="109728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8348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 by me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8308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app/Dockerfile — the main deliverable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app/.dockerignore — in app/, the build context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depends_on: condition: service_healthy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scripts/ec2-setup.sh — one-command bootstrap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Yves Alain Iragena  ·  Assignment 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36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detail that makes non-root 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05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volume mounted at /data, and a process that is not root. These fight each other unless you do one thing at build time.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8138160" cy="1051560"/>
          </a:xfrm>
          <a:prstGeom prst="roundRect">
            <a:avLst>
              <a:gd name="adj" fmla="val 6087"/>
            </a:avLst>
          </a:prstGeom>
          <a:solidFill>
            <a:srgbClr val="11151F"/>
          </a:solidFill>
          <a:ln w="12700">
            <a:solidFill>
              <a:srgbClr val="1115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9224" y="1709928"/>
            <a:ext cx="784555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useradd --create-home --uid 10001 --shell /usr/sbin/nologin appuser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D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&amp;&amp; mkdir -p /data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D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&amp;&amp; chown -R appuser:appuser /data /app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E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appuser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2834640"/>
            <a:ext cx="8138160" cy="1417320"/>
          </a:xfrm>
          <a:prstGeom prst="roundRect">
            <a:avLst>
              <a:gd name="adj" fmla="val 6452"/>
            </a:avLst>
          </a:prstGeom>
          <a:solidFill>
            <a:srgbClr val="F3F5FA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461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Docker first creates an empty named volume it copies the ownership of whatever directory sits at that path inside the image. If /data is not in the image, the volume is created owned by root, the non-root process cannot open app.db, and the container fails at startup.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Yves Alain Iragena  ·  Assignment 2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36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94360" y="1371600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3533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containers running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257800" y="1353312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2029968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011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runs as non-root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20116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exec api id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2688336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67004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endpoints, through the proxy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267004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http://18.119.112.99/api/...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3346704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328416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survives a full restart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328416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down &amp;&amp; up -d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4005072"/>
            <a:ext cx="384048" cy="3840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98678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8000 is not reachable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3986784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-m 8 ...:8000  → times out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Containers running, only port 80 published</a:t>
            </a:r>
            <a:endParaRPr lang="en-US" sz="3000" dirty="0"/>
          </a:p>
        </p:txBody>
      </p:sp>
      <p:pic>
        <p:nvPicPr>
          <p:cNvPr id="3" name="Image 0" descr="docs/shot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7680960" cy="376847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Yves Alain Iragena  ·  Assignment 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8138160" y="4736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Persistence, non-root, endpoints, blocked port</a:t>
            </a:r>
            <a:endParaRPr lang="en-US" sz="3000" dirty="0"/>
          </a:p>
        </p:txBody>
      </p:sp>
      <p:pic>
        <p:nvPicPr>
          <p:cNvPr id="3" name="Image 0" descr="docs/shot-proo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7863840" cy="380413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Yves Alain Iragena  ·  Assignment 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8138160" y="4736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that broke, and the fixes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51560"/>
            <a:ext cx="81381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C948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1430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could not build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45389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4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compose build requires buildx 0.17.0 or later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16128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Linux ships Docker without the buildx plugin. Installed the matching release into cli-plugins; the setup script now does it automatically.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67128"/>
            <a:ext cx="81381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2585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name already in use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694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Conflict. The name "/fastapi_api" is already in use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2276856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container_name values are global to the daemon, not per project, so a second local clone cannot start while the first runs.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282696"/>
            <a:ext cx="813816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2E8B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3741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refused the key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6850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8B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denied (publickey)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3392424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OpenSSH on Windows rejects a private key readable by more than its owner. Restricted the file permissions.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Yves Alain Iragena  ·  Assignment 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736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requirement, verified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33856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338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10972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on 8000 internally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09344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/api/health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84832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084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0482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/api/items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52374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/api/items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035808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299923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stored in /data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3511296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511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34747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a non-root user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986784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986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without --reload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00600" y="1133856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1338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148072" y="10972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 mounted at /data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800600" y="1609344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1609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survives down then up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800600" y="2084832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084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148072" y="20482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in its own container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800600" y="2560320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25603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52374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port 80 published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800600" y="3035808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0060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148072" y="299923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Proxies /api/ by service DNS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800600" y="3511296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800600" y="35112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4747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8000 not public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800600" y="3986784"/>
            <a:ext cx="237744" cy="237744"/>
          </a:xfrm>
          <a:prstGeom prst="ellipse">
            <a:avLst/>
          </a:prstGeom>
          <a:solidFill>
            <a:srgbClr val="3C9D6B"/>
          </a:solidFill>
          <a:ln w="12700">
            <a:solidFill>
              <a:srgbClr val="3C9D6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00600" y="3986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148072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with one command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github.com/Alan-911/Cloud-Computing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4736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Yves Alain Iragena  ·  Assignment 2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138160" y="47365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Containerized FastAPI Service with Reverse Proxy</dc:title>
  <dc:subject>PptxGenJS Presentation</dc:subject>
  <dc:creator>Yves Alain Iragena</dc:creator>
  <cp:lastModifiedBy>Yves Alain Iragena</cp:lastModifiedBy>
  <cp:revision>1</cp:revision>
  <dcterms:created xsi:type="dcterms:W3CDTF">2026-10-01T15:35:15Z</dcterms:created>
  <dcterms:modified xsi:type="dcterms:W3CDTF">2026-10-01T15:35:15Z</dcterms:modified>
</cp:coreProperties>
</file>